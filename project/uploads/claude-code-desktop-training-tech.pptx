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Mastery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
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Desktop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configuration, and deployment for IT teams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DEPARTMENT EDITION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March 2026 | Verified against docs.claude.com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Claude Code Desktop works under the hood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GUI on Claude Desktop — not a browser wrapper, runs as a local application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isolation via git worktrees — each session = independent branch checkout, no conflicts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Tri-mode execution: Local (your machine), Remote (Anthropic cloud sandbox), SSH (your infra)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Node.js runtime — no external dependency management for extensions or MCP servers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MCP-first integration: All connectors are MCP servers with graphical setup flow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preview: Embedded browser for testing web apps, takes screenshots, inspects DOM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Auto-memory: Claude saves useful project context across sessions automatically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Opus 4.6 (1M context beta), Sonnet 4.6 (balanced), Haiku 4.5 (speed)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CLI vs. Desktop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(Terminal)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(GUI)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Terminal-native, scriptable, pipeable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GUI, drag-and-drop, menus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Text-based inline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diff viewer with inline commenting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preview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external browser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browser with screenshot/DOM inspection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gh commands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status bar with auto-fix and auto-merge toggles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at a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parallel sessions in sidebar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MCP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 .mcpb desktop extensions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Headless mode for pipelines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via CLI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Automation, single-task focus,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Multi-task, visual workflows, team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Skills, Hooks, Slash Commands, and Auto-Memory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Project-Level Configuration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at repo root. Persistent system prompt for the entire codebase. Read automatically on session start.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tech stack, code conventions, test expectations, security requirements, PR format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global (~/.claude/CLAUDE.md) + project-level scopes (project overrides global)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sharing: Project configs and auto-memory shared across git worktrees of the same repo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Standardize a base CLAUDE.md across all INT repos for consistent behavior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Forbidden patterns (no console.log in production, no direct DB queries from frontend)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Branch naming convention, commit format (conventional commits), CI requirements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Hooks, Slash Commands, and Auto-Memory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(SKILL.md): Reusable knowledge packages. Auto-loaded when relevant. Install from marketplace or create custom.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Event-driven automation — PreToolUse, PostToolUse, Stop, SessionStart, UserPromptSubmit. Shell scripts or HTTP (POST JSON to URL).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commands: /fix, /test, /doc, /compact, /model, /rewind, /loop, /batch, /simplify (built-in) + custom per-project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Subagents: Delegate specialized tasks (code review, debugging, test writing) to focused agents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Plugins: Community packages from marketplace. Admin-controlled on Team/Enterprise plans.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Auto-memory: Claude automatically saves useful context to persistent memory. Manage with /memory.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/loop: Session-level scheduler — run prompts at intervals during active development (e.g., 5-min test loop)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Security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deployment paths, admin controls, and security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$20/month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Cowork + Projects + MCP + Chrome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630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8328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$25-150/seat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($25) or Premium ($150 w/ Code). Min 5 seats.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09728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4630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2648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or Self-Serve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SSO/SAML, SCIM, audit logs, Analytics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Deployment Options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API: Standard Anthropic API endpoints. Data never used for training.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Bedrock: Deploy Claude models within your AWS VPC. Data never leaves your account.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Vertex AI: GCP-native deployment with data residency guarantees.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installers: MSIX (Windows), PKG (Mac) for managed deployment with version control.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SSO authentication: Pre-configure for managed devices.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controls: Manage connectors, extensions, models, usage limits, and permission modes at org level.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 admin: Enable/disable at org level, control per-site permissions.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marketplace: Approve/deny plugins, upload custom team plugins.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Analytics API: Programmatic access to org-wide usage and engagement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certified — annual independent audits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Enterprise data: Never used to train Claude models. Period.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sandbox: Runs in isolated Linux VM on user’s machine. File deletion requires explicit authorization.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Chrome: Per-site permissions required. High-risk actions require human approval.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HIPAA-eligible: Available on Enterprise plan for regulated workloads.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retention: Configurable on Enterprise. Cowork stores history locally (not on Anthropic servers).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egress: Configurable permissions for what Cowork can access.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Enterprise now available — no sales conversation required.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Playbook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roll this out across your team in 4 weeks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Deploy Claude Desktop via managed installers. Configure SSO, domain capture, seat assignments.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Deploy standardized CLAUDE.md to all repos. Standardize 5 team slash commands (/review, /test, /fix, /doc, /deploy-check).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Enable MCP connectors: Jira, GitHub, Slack, Notion, Sentry, Chrome. Match your stack.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Set up headless mode for CI/CD — automated PR reviews, test generation, security scanning via GitHub Actions.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Track usage via admin dashboard. Monitor token consumption by seat and model. Optimize model selection (Sonnet for routine, Opus for complex).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Cowork: Deploy to non-dev staff for document creation, research, file management, and scheduled briefings.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for Non-Technical Staff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agentic architecture as Claude Code — without the terminal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all paid plans including Team Standard ($25/seat)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local file access: Reads and writes files on user’s computer with explicit permission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outputs: Word docs, Excel spreadsheets, PowerPoints, PDFs with working formulas and formatting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tasks: Daily briefings, weekly report compilation, file organization — runs automatically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plugins: Productivity, PM, legal, finance, marketing, data, design, operations, HR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 integration: Cowork gathers info from web → produces finished deliverables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coordination: Complex work broken into parallel tasks for faster completion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 | code.claude.com/docs | support.claude.com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claude.com/download | docs.claude.com | March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Ecosystem Mastery — Tech Department Edition</dc:title>
  <dc:subject>PptxGenJS Presentation</dc:subject>
  <dc:creator>INT AI Team</dc:creator>
  <cp:lastModifiedBy>INT AI Team</cp:lastModifiedBy>
  <cp:revision>1</cp:revision>
  <dcterms:created xsi:type="dcterms:W3CDTF">2026-03-14T14:13:35Z</dcterms:created>
  <dcterms:modified xsi:type="dcterms:W3CDTF">2026-03-14T14:13:35Z</dcterms:modified>
</cp:coreProperties>
</file>