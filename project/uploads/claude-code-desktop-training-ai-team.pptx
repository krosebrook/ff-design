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31520" cy="731520"/>
          </a:xfrm>
          <a:prstGeom prst="ellipse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Mastery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
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Desktop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analysis, competitive positioning, and architecture decisions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320040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TEAM / ARCHITECT EDITION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March 2026 | Verified against docs.claude.com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097280" cy="1097280"/>
          </a:xfrm>
          <a:prstGeom prst="ellipse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828800" y="1188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Context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0" y="2011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Claude Code Desktop matters for INT’s positioning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Anthropic Platform Play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is becoming a universal agentic interface — not just a chat app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agent surfaces: Cowork (non-dev) + Claude Code (dev) + Chrome (browser) = full workflow coverage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as open standard: Any tool integrates via one protocol. 50+ first-party connectors. Plugin marketplace.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teams (Opus 4.6): Multi-agent parallel workflows — new architectural pattern for complex tasks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portability (Desktop → Web → Mobile) removes surface friction entirely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Enterprise (no sales call) lowers adoption barrier for mid-market clients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 + plugins: Cowork evolves from chatbot to full workflow automation platform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 Chrome: Browser agent with workflow recording, scheduling, and multi-tab batch processing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4.6: 1M context (beta), 128K output tokens, agent teams, adaptive thinking — at unchanged API pricing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097280" cy="1097280"/>
          </a:xfrm>
          <a:prstGeom prst="ellipse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828800" y="1188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Shipped Since the PRD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0" y="2011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features shipped post-PRD that change the strategic picture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Features Shipped (Not in Original PRD)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— autonomous agent for non-developers with direct local file access and sub-agents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 Chrome — browser automation from Desktop, workflow recording, scheduled browser tasks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Extensions (.mcpb) — one-click MCP installation with admin controls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monitoring with auto-fix on CI failure and auto-merge when passing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portability: Desktop → Web → Mobile via Continue-in menu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/ recurring tasks (Cowork and Chrome) — hourly, daily, weekly automation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marketplace with 15+ role-specific plugins and admin controls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teams (Opus 4.6) — parallel multi-agent workflows on separate tasks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4.6 Fast mode — 2.5x faster at $30/$150 per MTok (research preview)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Analytics API for programmatic usage tracking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Enterprise purchase — no sales conversation required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Auto-memory, /rewind, /loop, /batch, HTTP hooks, VS Code extension, app preview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097280" cy="1097280"/>
          </a:xfrm>
          <a:prstGeom prst="ellipse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828800" y="1188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0" y="2011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Claude Code stacks up against alternatives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vs. Alternatives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GitHub Copilot: Claude is agentic (multi-step, full PR lifecycle) vs. autocomplete/chat. Agent teams have no Copilot equivalent.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Cursor: Claude is model-native (Anthropic-optimized). Cursor supports multi-model but less deep integration. No Cowork/Chrome equivalent.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Codex/o1-pro: Claude has first-party Desktop GUI + CLI + VS Code + Chrome. Agent teams, Cowork, and scheduled tasks are unique.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Windsurf/Cline: Claude has managed platform with MCP ecosystem, plugin marketplace, enterprise admin. Open source tools have infra overhead.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advantages: MCP open standard, three agent surfaces (Code/Cowork/Chrome), session portability, 1M context (beta), scheduled automation, self-serve Enterprise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Matrix: Claude vs. Competition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(multi-step)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full PR lifecycle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(Workspace)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teams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(Opus 4.6)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Non-dev agent (Cowork)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(Chrome)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(Cowork + Chrome)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 marketplace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(admin-controlled)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ecosystem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(50+ connectors)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window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 tokens (beta)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 by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Self-serve 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097280" cy="1097280"/>
          </a:xfrm>
          <a:prstGeom prst="ellipse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828800" y="1188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Strategic Recommendations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0" y="2011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capability, and consulting implications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Capability Implications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CLAUDE.md-as-a-service: Package repo-specific Claude configs as a deliverable for clients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Skills marketplace: Build and sell SKILL.md packages (security audit, compliance, onboarding)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deployment consulting: Help clients set up scheduled tasks, plugins, and file automation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 Chrome workflows: Build and sell recorded workflow templates for client-specific web apps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 consulting: Agent teams pattern is a training opportunity for enterprise clients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HumanX assessment integration: Before/after matrix maps directly to conference discovery questions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expansion tracking: Non-developer agentic power expands addressable market to full organizations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AI services: Ongoing CLAUDE.md maintenance, skill development, and optimization for clients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Architecture Decisions for Clients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Integration Standard: Open protocol. Any tool connects. Build once, use everywhere. Recommend MCP-first for all client integrations.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Context Window (Opus 4.6 beta): Full codebase reasoning. Analyze entire repos, long document sets, or complex data pipelines in one session.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Teams (Opus 4.6): Parallel agents on separate tasks. Use for complex builds: one agent codes, one tests, one documents.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Three-Surface Strategy: Code (dev) + Cowork (non-dev) + Chrome (browser) = full org coverage. Sell this as the deployment model.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Automation: Cowork + Chrome scheduled tasks replace simple Zapier/Make workflows. Lower cost, more intelligence.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Model: SOC 2 Type II, HIPAA-eligible, data never trains models. Bedrock/Vertex for data residency. Self-serve Enterprise removes sales friction.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097280" cy="1097280"/>
          </a:xfrm>
          <a:prstGeom prst="ellipse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828800" y="1188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Deployment Strategy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0" y="2011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size and sell Claude deployments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Deployment Sizing Guide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/ 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$25/seat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Chat, Cowork, Projects, Memory, Chrome, Connectors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$150/seat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Standard + Claude Code, full model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User / AI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20x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20x Pro usage, Opus-heavy, agent teams, all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(regulated)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SSO, SCIM, audit logs, data retention, Analytics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org (mixed)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Standard + 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$25-150/seat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 seat types. Standard for non-dev, Premium for dev.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Engagement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Discovery: Claude Catalyst assessment — map current AI usage, identify automation opportunities, score readiness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Foundation: Deploy Claude Desktop, CLAUDE.md standardization, connector setup, training (4 weeks)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Enablement: Custom Skills development, Cowork workflows, scheduled tasks, Chrome automation (4-8 weeks)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Optimization: Usage analytics review, model selection tuning, cost optimization, advanced agent patterns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Ongoing: Managed CLAUDE.md updates, new skill development, quarterly optimization reviews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Foundation package $15-25K, Enablement $25-50K, Managed services $3-5K/month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Complete KB articles and Copilot Studio agent content (in progress)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Finalize HumanX assessment tool integration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Build client-ready CLAUDE.md templates for 5 vertical industries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Create INT Skills marketplace (security audit, compliance, onboarding packages)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Develop Cowork workflow library for non-technical client use cases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Build Claude in Chrome recorded workflow templates for common enterprise web apps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Ongoing: Track Anthropic product releases and update training materials within 1 week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 Ecosystem Mastery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Claude Ecosystem Mastery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docs.claude.com | code.claude.com/docs | support.claude.com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Inc. | claude.com/download | docs.claude.com | March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Ecosystem Mastery — AI Team / Architect Edition</dc:title>
  <dc:subject>PptxGenJS Presentation</dc:subject>
  <dc:creator>INT AI Team</dc:creator>
  <cp:lastModifiedBy>INT AI Team</cp:lastModifiedBy>
  <cp:revision>1</cp:revision>
  <dcterms:created xsi:type="dcterms:W3CDTF">2026-03-14T14:13:35Z</dcterms:created>
  <dcterms:modified xsi:type="dcterms:W3CDTF">2026-03-14T14:13:35Z</dcterms:modified>
</cp:coreProperties>
</file>