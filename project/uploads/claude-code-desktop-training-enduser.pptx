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Mastery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
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Desktop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for you — no technical background needed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 EDITION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March 2026 | Verified against docs.claude.com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just got a lot more powerful on your desktop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— Your AI Work Partner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is an app you install on your computer (Mac, Windows, or Linux)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modes: Chat (conversation), Cowork (autonomous agent), and Code (for developers)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mode hands off real work — file organization, research, document creation, data analysis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connects to your tools: Notion, Google Drive, Gmail, Slack, Jira, Salesforce, and 50+ more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Claude remembers your preferences and ongoing projects across conversations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tasks: Set up recurring work (daily briefings, weekly reports) that runs automatically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Chrome: A browser extension that lets Claude navigate websites and fill forms for you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creation: Claude produces Word docs, PowerPoints, Excel files, and PDFs you can download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After: Your Daily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Claude: Open 5 tabs to research a topic, manually copy-paste into a document, format everything by hand, repeat for every project, lose context between sessions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Ask Claude to research and it searches dozens of sources automatically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Claude creates the document for you (Word, PDF, slides) with professional formatting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Projects keep everything organized by topic with pinned reference docs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Memory means Claude picks up where you left off — no repeating yourself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Scheduled tasks run recurring work automatically while you focus on other things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Claude: Claude in Chrome navigates web apps and fills forms on your behalf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Claude Create For You?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documents (.docx) — reports, memos, guides, letters with INT branding and formatting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 (.pptx) — slide decks with real formatting, charts, and visual design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(.xlsx) — data analysis with working formulas, pivot tables, and charts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— formatted documents ready to share with clients or stakeholders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tools — calculators, dashboards, forms, and apps (via Artifacts)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reports — with real citations from web sources, structured analysis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drafts — professional messages in your preferred tone and format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visualizations — charts, graphs, and diagrams from your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— Your Autonomous 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is not a chatbot — it’s an autonomous agent that plans and executes multi-step tasks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 outcome, step away, come back to finished work (organized files, polished reports)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file access: Claude reads and writes files on your computer (with your permission)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Sub-agents: Claude breaks complex work into parallel tasks for faster completion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tasks: Daily briefings, weekly reports, file cleanup — runs automatically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Plugins: Pre-built packages for PM, legal, finance, marketing, data, and more (15+ available)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all paid plans (Pro $20/mo, Max, Team, Enterprise)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Tools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Notion, Drive, Gmail, Slack, Jira, Salesforce...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630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8328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at claude.com/download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5603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097280"/>
            <a:ext cx="25603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4630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$20/mo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12648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Plan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Cowork, Projects, Memory, Chrome, and Connectors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Chrome — Browser 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that lets Claude read, click, navigate, and fill forms on websites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the side panel while you browse — Claude sees what you see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workflow: Teach Claude a sequence of steps, and it learns to repeat them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browser tasks: Check dashboards, monitor sites, extract data on a recurring basis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 management: Drag tabs into Claude’s tab group for batch processing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Cowork: Chrome gathers info from the web, Cowork produces finished deliverables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feature: Available on all paid plans (Pro, Max, Team, Enterprise)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(3 Steps)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Download the Claude Desktop app from claude.com/download (Mac, Windows, Linux)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 in with your Claude account (Pro $20/mo minimum for full features)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Try Cowork: Switch to the Cowork tab and hand Claude a task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saying: “Organize the files in my Downloads folder by type and date”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“Research [topic] and create a one-page summary I can share with my team”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“Create a PowerPoint about [topic] with 8 slides and professional formatting”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“Set up a daily briefing that summarizes my email and calendar every morning”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Try It?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at claude.com/download | Upgrade to Pro at claude.ai/pricing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claude.com/download | docs.claude.com | March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Ecosystem Mastery — End User Edition</dc:title>
  <dc:subject>PptxGenJS Presentation</dc:subject>
  <dc:creator>INT AI Team</dc:creator>
  <cp:lastModifiedBy>INT AI Team</cp:lastModifiedBy>
  <cp:revision>1</cp:revision>
  <dcterms:created xsi:type="dcterms:W3CDTF">2026-03-14T14:13:35Z</dcterms:created>
  <dcterms:modified xsi:type="dcterms:W3CDTF">2026-03-14T14:13:35Z</dcterms:modified>
</cp:coreProperties>
</file>